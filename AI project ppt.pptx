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40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822960"/>
            <a:ext cx="6400800" cy="3474720"/>
          </a:xfrm>
          <a:prstGeom prst="rect">
            <a:avLst/>
          </a:prstGeom>
          <a:solidFill>
            <a:srgbClr val="132236"/>
          </a:solidFill>
          <a:ln/>
          <a:effectLst>
            <a:outerShdw blurRad="2286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822960"/>
            <a:ext cx="91440" cy="3474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0515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InterviewAI Pro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Interview Coach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54480" y="2331720"/>
            <a:ext cx="5669280" cy="2743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46888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Sri Nithya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8163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2303A51546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31363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Engineering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34564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AI Assistant  |  Academic Year: 2024–25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— Introduction of Project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274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0" cy="402336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73152" cy="40233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InterviewAI Pro?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InterviewAI Pro is a full-stack, AI-powered mock interview platform designed for students and professionals.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simulates real interview scenarios using OpenAI GPT-3.5-turbo to generate dynamic questions and evaluate answers.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4048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supports multiple interview modes: HR, Technical, and Mixed, with voice and resume-based interviews.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898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practice coding challenges in Python with live AI feedback on correctness and efficiency.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3924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Performance Dashboard tracks progress and a Global Leaderboard fosters healthy competition.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(Streamlit + FastAPI), it runs locally and provides a seamless, interactive experience.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77840" y="722376"/>
            <a:ext cx="3291840" cy="402336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Preview — Login Screen</a:t>
            </a:r>
            <a:endParaRPr lang="en-US" sz="10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234440"/>
            <a:ext cx="3108960" cy="2286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  |  Built with Python, Streamlit, FastAPI &amp; OpenAI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—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274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96112"/>
            <a:ext cx="4251960" cy="123444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96112"/>
            <a:ext cx="64008" cy="12344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875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Mock Interviews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realistic HR, Technical &amp; Mixed interview sessions using GPT-3.5-turbo.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896112"/>
            <a:ext cx="4251960" cy="123444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96112"/>
            <a:ext cx="64008" cy="12344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9875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13350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Practice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6093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browser-mic voice interviews with automatic transcription and AI evaluation.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4251960" cy="123444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86000"/>
            <a:ext cx="64008" cy="12344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377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2724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Resume-Personalized Questions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9992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uploaded resumes and generate personalised interview questions from the candidate's experience.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251960" cy="123444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86000"/>
            <a:ext cx="64008" cy="12344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377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37760" y="2724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Challenge Module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9992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Python coding problems with difficulty levels and instant AI feedback on solutions.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75888"/>
            <a:ext cx="4251960" cy="123444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75888"/>
            <a:ext cx="64008" cy="12344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7673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389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scores, trends, and progress via a dedicated Performance Dashboard.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675888"/>
            <a:ext cx="4251960" cy="123444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75888"/>
            <a:ext cx="64008" cy="12344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7673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93776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Leaderboard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4389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 users through a Global Leaderboard showcasing top performers.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— Stakeholders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274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743200" cy="640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 who practice mock interviews to improve their interview readiness before placements.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743200" cy="1828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14400"/>
            <a:ext cx="2743200" cy="640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78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8328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84708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switching careers who need structured interview practice across multiple domains.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914400"/>
            <a:ext cx="2743200" cy="1828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914400"/>
            <a:ext cx="2743200" cy="640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078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🏫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5508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84708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and universities integrating the platform into placement training programs.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743200" cy="1828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2743200" cy="640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90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1148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Providers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8587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(GPT-3.5-turbo) — provides the intelligence powering question generation and answer evaluation.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926080"/>
            <a:ext cx="2743200" cy="1828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926080"/>
            <a:ext cx="2743200" cy="640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090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👨‍💻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38328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Creator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38587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Sri Nithya — designs, builds, and maintains the platform; responsible for all code and AI integration.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926080"/>
            <a:ext cx="2743200" cy="1828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926080"/>
            <a:ext cx="2743200" cy="640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090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35508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/ Faculty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38587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members who assess the project quality, functionality, and student knowledge during evaluation.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— Programming Languages, Tools &amp; Software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274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38404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0B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0B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— Streamlit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0B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web UI, routing, components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— FastAPI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API, auth endpoints, data processing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0B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LLM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0B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GPT-3.5-turbo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0B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generation &amp; answer evaluation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spaCy + NLTK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parsing &amp; text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0B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0B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0B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accounts, sessions, scores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Speech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microphone transcription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0B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0B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MediaRecorder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0B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+ recording 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PyPDF2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E8F0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resume text extraction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0B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0B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/ GitHub Copilot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0BD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code generation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— Prompts Used to Generate Code  (Part 1 of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274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8595360" cy="96012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64008" cy="960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 — Login &amp; Signup System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188720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Streamlit login and signup page with username/password fields, store user credentials in SQLite using Python, and show a welcome message after successful login."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8595360" cy="96012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01952"/>
            <a:ext cx="64008" cy="960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947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 — Mock Interview Question Generator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221992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"Using OpenAI GPT-3.5-turbo API in Python, generate HR, Technical, and Mixed interview questions for a given job role. Include a 30/60/90 second countdown timer per question."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35224"/>
            <a:ext cx="8595360" cy="96012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35224"/>
            <a:ext cx="64008" cy="960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980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3 — Voice Interview Module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255264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"Build a Streamlit component that uses the browser Web Speech API to capture microphone audio, transcribe the user's spoken answer, and send it to OpenAI for evaluation."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968496"/>
            <a:ext cx="8595360" cy="96012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968496"/>
            <a:ext cx="64008" cy="960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0142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4 — Resume-Based Interview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288536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a Python function using PyPDF2 to extract text from an uploaded PDF resume, then use OpenAI API to generate personalised interview questions based on the candidate's experience."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— Prompts Used to Generate Code  (Part 2 of 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274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8595360" cy="96012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64008" cy="960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5 — Coding Challenge Module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188720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Streamlit page that presents Python coding problems (Easy/Medium/Hard) with a live countdown timer. Accept user code input and send it to OpenAI to evaluate correctness, efficiency, and style."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8595360" cy="96012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01952"/>
            <a:ext cx="64008" cy="960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947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6 — Performance Dashboard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221992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"Build a Streamlit performance dashboard that reads session data from SQLite and displays score trends, total sessions completed, and average scores using charts."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35224"/>
            <a:ext cx="8595360" cy="96012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35224"/>
            <a:ext cx="64008" cy="960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980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7 — FastAPI Backend Routes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255264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"Generate FastAPI Python routes for user authentication (login/signup), saving interview session results to SQLite, and retrieving leaderboard data sorted by score."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968496"/>
            <a:ext cx="8595360" cy="96012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968496"/>
            <a:ext cx="64008" cy="960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40142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8 — Global Leaderboard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288536"/>
            <a:ext cx="8229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leaderboard page in Streamlit that fetches all users with 3+ completed sessions from SQLite and displays them ranked by average score with username and total sessions."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— Workflow Flowchart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274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777240"/>
            <a:ext cx="182880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1E90F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0" y="777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Visits App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0" y="1481328"/>
            <a:ext cx="182880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1E90F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481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Signup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0" y="2176272"/>
            <a:ext cx="182880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1E90F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21762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Interview Mode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99232"/>
            <a:ext cx="201168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28A745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9992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Technical / Mixed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34640" y="2999232"/>
            <a:ext cx="182880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FFA50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34640" y="2999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Interview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0" y="2999232"/>
            <a:ext cx="182880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999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Interview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40880" y="2999232"/>
            <a:ext cx="182880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2999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Challenge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0" y="3730752"/>
            <a:ext cx="182880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1E90F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0" y="37307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Answer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0" y="4425696"/>
            <a:ext cx="1828800" cy="457200"/>
          </a:xfrm>
          <a:prstGeom prst="rect">
            <a:avLst/>
          </a:prstGeom>
          <a:solidFill>
            <a:srgbClr val="132236"/>
          </a:solidFill>
          <a:ln w="12700">
            <a:solidFill>
              <a:srgbClr val="1E90FF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0" y="44256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Dashboard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26280" y="1234440"/>
            <a:ext cx="0" cy="246888"/>
          </a:xfrm>
          <a:prstGeom prst="line">
            <a:avLst/>
          </a:prstGeom>
          <a:noFill/>
          <a:ln w="19050">
            <a:solidFill>
              <a:srgbClr val="A0BDD8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4526280" y="1938528"/>
            <a:ext cx="0" cy="237744"/>
          </a:xfrm>
          <a:prstGeom prst="line">
            <a:avLst/>
          </a:prstGeom>
          <a:noFill/>
          <a:ln w="19050">
            <a:solidFill>
              <a:srgbClr val="A0BDD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526280" y="3456432"/>
            <a:ext cx="0" cy="274320"/>
          </a:xfrm>
          <a:prstGeom prst="line">
            <a:avLst/>
          </a:prstGeom>
          <a:noFill/>
          <a:ln w="19050">
            <a:solidFill>
              <a:srgbClr val="A0BDD8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4526280" y="4187952"/>
            <a:ext cx="0" cy="237744"/>
          </a:xfrm>
          <a:prstGeom prst="line">
            <a:avLst/>
          </a:prstGeom>
          <a:noFill/>
          <a:ln w="19050">
            <a:solidFill>
              <a:srgbClr val="A0BDD8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4526280" y="2633472"/>
            <a:ext cx="0" cy="365760"/>
          </a:xfrm>
          <a:prstGeom prst="line">
            <a:avLst/>
          </a:prstGeom>
          <a:noFill/>
          <a:ln w="15240">
            <a:solidFill>
              <a:srgbClr val="A0BDD8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526280" y="2633472"/>
            <a:ext cx="0" cy="365760"/>
          </a:xfrm>
          <a:prstGeom prst="line">
            <a:avLst/>
          </a:prstGeom>
          <a:noFill/>
          <a:ln w="15240">
            <a:solidFill>
              <a:srgbClr val="A0BDD8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4526280" y="2633472"/>
            <a:ext cx="1325880" cy="365760"/>
          </a:xfrm>
          <a:prstGeom prst="line">
            <a:avLst/>
          </a:prstGeom>
          <a:noFill/>
          <a:ln w="15240">
            <a:solidFill>
              <a:srgbClr val="A0BDD8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4526280" y="2633472"/>
            <a:ext cx="3429000" cy="365760"/>
          </a:xfrm>
          <a:prstGeom prst="line">
            <a:avLst/>
          </a:prstGeom>
          <a:noFill/>
          <a:ln w="15240">
            <a:solidFill>
              <a:srgbClr val="A0BDD8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463040" y="3456432"/>
            <a:ext cx="3063240" cy="274320"/>
          </a:xfrm>
          <a:prstGeom prst="line">
            <a:avLst/>
          </a:prstGeom>
          <a:noFill/>
          <a:ln w="15240">
            <a:solidFill>
              <a:srgbClr val="A0BDD8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3749040" y="3456432"/>
            <a:ext cx="777240" cy="274320"/>
          </a:xfrm>
          <a:prstGeom prst="line">
            <a:avLst/>
          </a:prstGeom>
          <a:noFill/>
          <a:ln w="15240">
            <a:solidFill>
              <a:srgbClr val="A0BDD8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5852160" y="3456432"/>
            <a:ext cx="0" cy="274320"/>
          </a:xfrm>
          <a:prstGeom prst="line">
            <a:avLst/>
          </a:prstGeom>
          <a:noFill/>
          <a:ln w="15240">
            <a:solidFill>
              <a:srgbClr val="A0BDD8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7955280" y="3456432"/>
            <a:ext cx="0" cy="274320"/>
          </a:xfrm>
          <a:prstGeom prst="line">
            <a:avLst/>
          </a:prstGeom>
          <a:noFill/>
          <a:ln w="15240">
            <a:solidFill>
              <a:srgbClr val="A0BDD8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— Front-End View of Web Application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274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2011680" cy="169164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1920240" cy="1325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203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423160" y="822960"/>
            <a:ext cx="2011680" cy="169164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868680"/>
            <a:ext cx="1920240" cy="1325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23160" y="2203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617720" y="822960"/>
            <a:ext cx="2011680" cy="169164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868680"/>
            <a:ext cx="1920240" cy="1325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17720" y="2203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Interview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6812280" y="822960"/>
            <a:ext cx="2011680" cy="169164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868680"/>
            <a:ext cx="1920240" cy="1325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12280" y="2203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Interview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228600" y="2788920"/>
            <a:ext cx="2011680" cy="169164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2834640"/>
            <a:ext cx="1920240" cy="1325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28600" y="4169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Challenge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2423160" y="2788920"/>
            <a:ext cx="2011680" cy="169164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8880" y="2834640"/>
            <a:ext cx="1920240" cy="1325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2423160" y="4169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4617720" y="2788920"/>
            <a:ext cx="2011680" cy="169164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440" y="2834640"/>
            <a:ext cx="1920240" cy="132588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617720" y="4169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Leaderboard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6812280" y="2788920"/>
            <a:ext cx="2011680" cy="169164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2834640"/>
            <a:ext cx="1920240" cy="13258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812280" y="4169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&amp; Tech Stack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— Proof of Prompts Generating Code (Screenshots)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274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22960"/>
            <a:ext cx="4251960" cy="1828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416052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3500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 — AI-Generated Question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09160" y="822960"/>
            <a:ext cx="4251960" cy="1828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868680"/>
            <a:ext cx="4160520" cy="1463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9160" y="23500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Challenge — AI Problem + Timer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28600" y="2834640"/>
            <a:ext cx="4251960" cy="1828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880360"/>
            <a:ext cx="4160520" cy="1463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28600" y="43616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Interview — Personalised Questions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709160" y="2834640"/>
            <a:ext cx="4251960" cy="1828800"/>
          </a:xfrm>
          <a:prstGeom prst="rect">
            <a:avLst/>
          </a:prstGeom>
          <a:solidFill>
            <a:srgbClr val="132236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880360"/>
            <a:ext cx="4160520" cy="1463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09160" y="43616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Page — Full Tech Stack &amp; Features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— References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94944"/>
            <a:ext cx="8412480" cy="2743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</a:t>
            </a: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Documentation — GPT-3.5-turbo models, chat completions, and prompt engineering guide.  </a:t>
            </a:r>
            <a:r>
              <a:rPr lang="en-US" sz="1100" i="1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https://platform.openai.com/docs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9304"/>
            <a:ext cx="8412480" cy="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</a:t>
            </a: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Documentation — Building interactive web applications entirely in Python.  </a:t>
            </a:r>
            <a:r>
              <a:rPr lang="en-US" sz="1100" i="1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https://docs.streamlit.io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46504"/>
            <a:ext cx="8412480" cy="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8308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</a:t>
            </a: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Documentation — High-performance Python web framework for building REST APIs.  </a:t>
            </a:r>
            <a:r>
              <a:rPr lang="en-US" sz="1100" i="1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https://fastapi.tiangolo.com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03704"/>
            <a:ext cx="8412480" cy="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4028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</a:t>
            </a: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Documentation — Industrial-strength Natural Language Processing library for Python.  </a:t>
            </a:r>
            <a:r>
              <a:rPr lang="en-US" sz="1100" i="1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https://spacy.io/usage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60904"/>
            <a:ext cx="8412480" cy="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9748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</a:t>
            </a: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(Natural Language Toolkit) — Platform for building Python programs to work with human language data.  </a:t>
            </a:r>
            <a:r>
              <a:rPr lang="en-US" sz="1100" i="1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https://www.nltk.org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18104"/>
            <a:ext cx="8412480" cy="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5468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</a:t>
            </a: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Library — Python library for reading and extracting text from PDF files.  </a:t>
            </a:r>
            <a:r>
              <a:rPr lang="en-US" sz="1100" i="1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https://pypdf2.readthedocs.io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75304"/>
            <a:ext cx="8412480" cy="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1188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</a:t>
            </a: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— MDN Web Docs — Browser API for speech recognition and synthesis.  </a:t>
            </a:r>
            <a:r>
              <a:rPr lang="en-US" sz="1100" i="1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https://developer.mozilla.org/en-US/docs/Web/API/Web_Speech_API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32504"/>
            <a:ext cx="8412480" cy="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06908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</a:t>
            </a: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Documentation — Serverless, self-contained, lightweight relational database engine.  </a:t>
            </a:r>
            <a:r>
              <a:rPr lang="en-US" sz="1100" i="1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https://www.sqlite.org/docs.html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489704"/>
            <a:ext cx="8412480" cy="0"/>
          </a:xfrm>
          <a:prstGeom prst="line">
            <a:avLst/>
          </a:prstGeom>
          <a:noFill/>
          <a:ln w="635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52628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</a:t>
            </a: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— AI pair programmer used for assisted code generation throughout the project.  </a:t>
            </a:r>
            <a:r>
              <a:rPr lang="en-US" sz="1100" i="1" dirty="0">
                <a:solidFill>
                  <a:srgbClr val="5A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https://github.com/features/copilot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956048"/>
            <a:ext cx="9144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754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InterviewAI Pro  ·  P. Sri Nithya (2303A51546)  ·  SR University, CSE  ·  2024–25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1165</Words>
  <Application>Microsoft Office PowerPoint</Application>
  <PresentationFormat>On-screen Show (16:9)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InterviewAI Pro</dc:title>
  <dc:subject>PptxGenJS Presentation</dc:subject>
  <dc:creator>P. Sri Nithya</dc:creator>
  <cp:lastModifiedBy>Srinithya Polineni</cp:lastModifiedBy>
  <cp:revision>3</cp:revision>
  <dcterms:created xsi:type="dcterms:W3CDTF">2026-04-19T08:47:56Z</dcterms:created>
  <dcterms:modified xsi:type="dcterms:W3CDTF">2026-04-19T09:11:05Z</dcterms:modified>
</cp:coreProperties>
</file>